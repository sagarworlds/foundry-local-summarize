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7b1d7f7ea5e4604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5150abd568d54df7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5150abd568d54d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Helios - Executive Summary Deck</a:t>
            </a:r>
          </a:p>
          <a:p xmlns:a="http://schemas.openxmlformats.org/drawingml/2006/main">
            <a:r>
              <a:t>Local-First Privacy Architecture ($0 Inference Cost)</a:t>
            </a:r>
          </a:p>
          <a:p xmlns:a="http://schemas.openxmlformats.org/drawingml/2006/main">
            <a:r>
              <a:t>Phase 2 Budget: $150,000 requiring VP sign-off.</a:t>
            </a:r>
          </a:p>
        </p:txBody>
      </p:sp>
    </p:spTree>
  </p:cSld>
</p:sld>
</file>